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 txBox="1"/>
          <p:nvPr/>
        </p:nvSpPr>
        <p:spPr>
          <a:xfrm>
            <a:off x="4747497" y="514350"/>
            <a:ext cx="4221003" cy="83710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3200">
                <a:solidFill>
                  <a:srgbClr val="111111"/>
                </a:solidFill>
                <a:latin typeface="Bodoni Moda"/>
              </a:rPr>
              <a:t>T</a:t>
            </a:r>
          </a:p>
        </p:txBody>
      </p:sp>
      <p:sp>
        <p:nvSpPr>
          <p:cNvPr id="3" name="H"/>
          <p:cNvSpPr txBox="1"/>
          <p:nvPr/>
        </p:nvSpPr>
        <p:spPr>
          <a:xfrm>
            <a:off x="1417081" y="2858928"/>
            <a:ext cx="6972776" cy="6519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1175">
                <a:solidFill>
                  <a:srgbClr val="111111"/>
                </a:solidFill>
                <a:latin typeface="Pinyon Script"/>
              </a:rPr>
              <a:t>H</a:t>
            </a:r>
          </a:p>
        </p:txBody>
      </p:sp>
      <p:sp>
        <p:nvSpPr>
          <p:cNvPr id="4" name="MAKE-UP ARTIST · KYI"/>
          <p:cNvSpPr txBox="1"/>
          <p:nvPr/>
        </p:nvSpPr>
        <p:spPr>
          <a:xfrm>
            <a:off x="512683" y="7989569"/>
            <a:ext cx="9261633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75" spc="1282">
                <a:solidFill>
                  <a:srgbClr val="111111"/>
                </a:solidFill>
                <a:latin typeface="Montserrat"/>
              </a:rPr>
              <a:t>MAKE-UP ARTIST · KYIV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